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e81f90c69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e81f90c6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e81f90c69_3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e81f90c69_3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e81f90c69_3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e81f90c69_3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B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WhatsApp Image 2026-06-20 at 16.20.5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88" y="630300"/>
            <a:ext cx="3882900" cy="38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728913" y="788313"/>
            <a:ext cx="3882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THE DARK AGE</a:t>
            </a:r>
            <a:endParaRPr sz="3600">
              <a:solidFill>
                <a:schemeClr val="lt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728913" y="1279995"/>
            <a:ext cx="3882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accent3"/>
                </a:solidFill>
                <a:latin typeface="Droid Serif"/>
                <a:ea typeface="Droid Serif"/>
                <a:cs typeface="Droid Serif"/>
                <a:sym typeface="Droid Serif"/>
              </a:rPr>
              <a:t>The Arcanum Quest</a:t>
            </a:r>
            <a:endParaRPr sz="2400">
              <a:solidFill>
                <a:schemeClr val="accent3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728913" y="3621365"/>
            <a:ext cx="38829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accent3"/>
                </a:solidFill>
                <a:latin typeface="Droid Serif"/>
                <a:ea typeface="Droid Serif"/>
                <a:cs typeface="Droid Serif"/>
                <a:sym typeface="Droid Serif"/>
              </a:rPr>
              <a:t>Programação e Desenvolvimento de Software II</a:t>
            </a:r>
            <a:r>
              <a:rPr lang="pt-BR" sz="1000">
                <a:solidFill>
                  <a:schemeClr val="accent3"/>
                </a:solidFill>
                <a:latin typeface="Droid Serif"/>
                <a:ea typeface="Droid Serif"/>
                <a:cs typeface="Droid Serif"/>
                <a:sym typeface="Droid Serif"/>
              </a:rPr>
              <a:t> </a:t>
            </a:r>
            <a:endParaRPr sz="1000">
              <a:solidFill>
                <a:schemeClr val="accent3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3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accent3"/>
                </a:solidFill>
                <a:latin typeface="Droid Serif"/>
                <a:ea typeface="Droid Serif"/>
                <a:cs typeface="Droid Serif"/>
                <a:sym typeface="Droid Serif"/>
              </a:rPr>
              <a:t>Grupo 5 - Henrique, Laura, Mariana e Matheus</a:t>
            </a:r>
            <a:endParaRPr sz="1000">
              <a:solidFill>
                <a:schemeClr val="accent3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accent3"/>
                </a:solidFill>
                <a:latin typeface="Droid Serif"/>
                <a:ea typeface="Droid Serif"/>
                <a:cs typeface="Droid Serif"/>
                <a:sym typeface="Droid Serif"/>
              </a:rPr>
              <a:t>UFMG - Engenharia de Sistemas</a:t>
            </a:r>
            <a:endParaRPr sz="1000">
              <a:solidFill>
                <a:schemeClr val="accent3"/>
              </a:solidFill>
              <a:latin typeface="Droid Serif"/>
              <a:ea typeface="Droid Serif"/>
              <a:cs typeface="Droid Serif"/>
              <a:sym typeface="Droid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accent3"/>
                </a:solidFill>
                <a:latin typeface="Droid Serif"/>
                <a:ea typeface="Droid Serif"/>
                <a:cs typeface="Droid Serif"/>
                <a:sym typeface="Droid Serif"/>
              </a:rPr>
              <a:t>1º Semestre de 2026 </a:t>
            </a:r>
            <a:endParaRPr sz="1000">
              <a:solidFill>
                <a:schemeClr val="accent3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B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2800" y="226675"/>
            <a:ext cx="5571200" cy="46901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98850" y="1909200"/>
            <a:ext cx="29190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ESTRUTURA DE DIRETÓRIOS</a:t>
            </a:r>
            <a:endParaRPr sz="2800">
              <a:solidFill>
                <a:schemeClr val="lt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B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99163"/>
            <a:ext cx="8839204" cy="216664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808762" y="1106563"/>
            <a:ext cx="503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ARQUITETURA DE REGRAS</a:t>
            </a:r>
            <a:endParaRPr sz="2800">
              <a:solidFill>
                <a:schemeClr val="lt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B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3808762" y="1106563"/>
            <a:ext cx="503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lt1"/>
                </a:solidFill>
                <a:latin typeface="Droid Serif"/>
                <a:ea typeface="Droid Serif"/>
                <a:cs typeface="Droid Serif"/>
                <a:sym typeface="Droid Serif"/>
              </a:rPr>
              <a:t>GAME FLOW</a:t>
            </a:r>
            <a:endParaRPr sz="2800">
              <a:solidFill>
                <a:schemeClr val="lt1"/>
              </a:solidFill>
              <a:latin typeface="Droid Serif"/>
              <a:ea typeface="Droid Serif"/>
              <a:cs typeface="Droid Serif"/>
              <a:sym typeface="Droid Serif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88" y="1599175"/>
            <a:ext cx="9044823" cy="225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DyHCKcL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2649" y="2450249"/>
            <a:ext cx="413775" cy="41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